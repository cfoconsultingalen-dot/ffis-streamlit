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Board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Client: cce2ad28-e9bd-4718-a7e1-03f827e14125</a:t>
            </a:r>
          </a:p>
          <a:p>
            <a:r>
              <a:t>Period: 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Key KPIs</a:t>
            </a:r>
            <a:br/>
            <a:r>
              <a:t>• Revenue (Dec 2025): A$12,000</a:t>
            </a:r>
            <a:br/>
            <a:r>
              <a:t>• Burn (Dec 2025): A$49,075</a:t>
            </a:r>
            <a:br/>
            <a:r>
              <a:t>• Cash in bank: A$262,925</a:t>
            </a:r>
            <a:br/>
            <a:r>
              <a:t>• Runway (forward-looking): 4.0 months</a:t>
            </a:r>
            <a:br/>
            <a:r>
              <a:t>• Effective burn (avg): A$43,075 /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Key risks</a:t>
            </a:r>
            <a:br/>
            <a:r>
              <a:t>• No high / critical risks currently flagged.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Key opportunities</a:t>
            </a:r>
            <a:br/>
            <a:r>
              <a:t>• Focus on executing pipeline and improving collections.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Executive commentary</a:t>
            </a:r>
            <a:br/>
            <a:r>
              <a:t>• Revenue: Money in is up by 12,000 vs last month.</a:t>
            </a:r>
            <a:br/>
            <a:r>
              <a:t>• Burn: Money out is up by 49,075 vs last month.</a:t>
            </a:r>
            <a:br/>
            <a:r>
              <a:t>• Cash: Cash in bank is higher by 262,925 vs last month.</a:t>
            </a:r>
            <a:br/>
            <a:r>
              <a:t>• Runway: Runway is about the same as last month.</a:t>
            </a:r>
            <a:br/>
            <a:r>
              <a:t>• Cash **increased** this month. Runway is **tight**, around 4.0 months. The main driver was **financing activity** – equity raises, loan drawdowns/repayments or dividends. Part of this looks like a **one-off investing move** (not a recurring monthly pattern). There is also a **financing impact** this month (funding or repayments). Priority should be **extending runway** – review hiring pace, contractor spend and large supplier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Revenue Summary – Sales &amp; Deals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23292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1887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Key numbers</a:t>
            </a:r>
            <a:br/>
            <a:r>
              <a:t>• Latest month recognised revenue: A$776,000</a:t>
            </a:r>
            <a:br/>
            <a:r>
              <a:t>• Next 6 months forecast total: A$4,656,000</a:t>
            </a:r>
            <a:br/>
            <a:r>
              <a:t>• Total pipeline: A$14,012,000</a:t>
            </a:r>
            <a:br/>
            <a:r>
              <a:t>• Weighted pipeline: A$9,306,000</a:t>
            </a:r>
            <a:br/>
            <a:r>
              <a:t>• Pipeline quality (weighted/gross): 66.4%</a:t>
            </a:r>
            <a:br/>
            <a:br/>
            <a:r>
              <a:t>Revenue commentary</a:t>
            </a:r>
            <a:br/>
            <a:r>
              <a:t>• Recent revenue plus weighted pipeline gives visibility into the next 3–6 months.</a:t>
            </a:r>
            <a:br/>
            <a:r>
              <a:t>• Check if the forecast is driven by a few large deals – monitor conversion risk.</a:t>
            </a:r>
            <a:br/>
            <a:r>
              <a:t>• Consider whether pipeline coverage is at least 3× your target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Team &amp; Spending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23292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1887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Key numbers</a:t>
            </a:r>
            <a:br/>
            <a:r>
              <a:t>• Average monthly payroll (next 6 months): A$46,075</a:t>
            </a:r>
            <a:br/>
            <a:r>
              <a:t>• Payroll as % of current revenue: 384%</a:t>
            </a:r>
            <a:br/>
            <a:r>
              <a:t>• Active headcount this month: 3.0 FTE</a:t>
            </a:r>
            <a:br/>
            <a:br/>
            <a:r>
              <a:t>Team &amp; opex commentary</a:t>
            </a:r>
            <a:br/>
            <a:r>
              <a:t>• Check whether payroll growth is in line with revenue growth.</a:t>
            </a:r>
            <a:br/>
            <a:r>
              <a:t>• Identify any high-cost roles that are not clearly linked to revenue or product milestones.</a:t>
            </a:r>
            <a:br/>
            <a:r>
              <a:t>• Review departments that are consistently over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Cash Position &amp; Cash Forecast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23292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1887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Key numbers</a:t>
            </a:r>
            <a:br/>
            <a:r>
              <a:t>• Cash today: A$262,925</a:t>
            </a:r>
            <a:br/>
            <a:r>
              <a:t>• Cash cliff (engine): 01 Apr 2026</a:t>
            </a:r>
            <a:br/>
            <a:r>
              <a:t>• AR outstanding: A$17,000</a:t>
            </a:r>
            <a:br/>
            <a:r>
              <a:t>• AP outstanding: A$3,000</a:t>
            </a:r>
            <a:br/>
            <a:r>
              <a:t>• Net working capital (AR – AP): A$14,000</a:t>
            </a:r>
            <a:br/>
            <a:br/>
            <a:r>
              <a:t>Cash commentary</a:t>
            </a:r>
            <a:br/>
            <a:r>
              <a:t>• Cash cliff expected around Apr 2026 if no changes are made.</a:t>
            </a:r>
            <a:br/>
            <a:r>
              <a:t>• If cash cliff is within 6–9 months, begin funding or cost-reduction planning now.</a:t>
            </a:r>
            <a:br/>
            <a:r>
              <a:t>• Use AR and AP levers (collections, payment terms) before cutting critical growth spend.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Funding Strategy – Investing &amp; Financing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Funding snapshot</a:t>
            </a:r>
            <a:br/>
            <a:r>
              <a:t>• Current closing cash: A$262,925</a:t>
            </a:r>
            <a:br/>
            <a:r>
              <a:t>• Runway (forward): 4.0 months</a:t>
            </a:r>
            <a:br/>
            <a:r>
              <a:t>• Effective burn: A$43,075 / month</a:t>
            </a:r>
            <a:br/>
            <a:r>
              <a:t>• Target runway: 12 months</a:t>
            </a:r>
            <a:br/>
            <a:r>
              <a:t>• Funding required (gap): A$253,975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4297680" cy="1620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474720"/>
            <a:ext cx="8778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Board commentary</a:t>
            </a:r>
            <a:br/>
            <a:r>
              <a:t>• Runway is ~4.0 months based on the forward cash forecast.</a:t>
            </a:r>
            <a:br/>
            <a:r>
              <a:t>• Effective burn is ~A$43,075/month (next 3-month average).</a:t>
            </a:r>
            <a:br/>
            <a:r>
              <a:t>• To reach 12 months runway, estimated funding required is A$253,975.</a:t>
            </a:r>
            <a:br/>
            <a:r>
              <a:t>• Recommendation: align spend to runway target and begin raise prep now (metrics pack + pipeline + milestones).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Risks, Issues &amp;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Top risks &amp; issues</a:t>
            </a:r>
            <a:br/>
            <a:r>
              <a:t>• No major risks recorded – confirm this with the founder.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